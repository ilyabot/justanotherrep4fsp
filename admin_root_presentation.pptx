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96"/>
  </p:normalViewPr>
  <p:slideViewPr>
    <p:cSldViewPr snapToGrid="0" snapToObjects="1">
      <p:cViewPr varScale="1">
        <p:scale>
          <a:sx n="105" d="100"/>
          <a:sy n="105" d="100"/>
        </p:scale>
        <p:origin x="1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42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2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0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9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3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1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68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78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0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95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876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07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36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32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886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87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5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6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Helvetica" pitchFamily="2" charset="0"/>
                <a:cs typeface="Apple Chancery" panose="03020702040506060504" pitchFamily="66" charset="-79"/>
              </a:rPr>
              <a:t>Команда</a:t>
            </a:r>
            <a:r>
              <a:rPr dirty="0">
                <a:latin typeface="Helvetica" pitchFamily="2" charset="0"/>
                <a:cs typeface="Apple Chancery" panose="03020702040506060504" pitchFamily="66" charset="-79"/>
              </a:rPr>
              <a:t> «</a:t>
            </a:r>
            <a:r>
              <a:rPr dirty="0" err="1">
                <a:latin typeface="Helvetica" pitchFamily="2" charset="0"/>
                <a:cs typeface="Apple Chancery" panose="03020702040506060504" pitchFamily="66" charset="-79"/>
              </a:rPr>
              <a:t>Админ</a:t>
            </a:r>
            <a:r>
              <a:rPr dirty="0">
                <a:latin typeface="Helvetica" pitchFamily="2" charset="0"/>
                <a:cs typeface="Apple Chancery" panose="03020702040506060504" pitchFamily="66" charset="-79"/>
              </a:rPr>
              <a:t> </a:t>
            </a:r>
            <a:r>
              <a:rPr dirty="0" err="1">
                <a:latin typeface="Helvetica" pitchFamily="2" charset="0"/>
                <a:cs typeface="Apple Chancery" panose="03020702040506060504" pitchFamily="66" charset="-79"/>
              </a:rPr>
              <a:t>и</a:t>
            </a:r>
            <a:r>
              <a:rPr dirty="0">
                <a:latin typeface="Helvetica" pitchFamily="2" charset="0"/>
                <a:cs typeface="Apple Chancery" panose="03020702040506060504" pitchFamily="66" charset="-79"/>
              </a:rPr>
              <a:t> </a:t>
            </a:r>
            <a:r>
              <a:rPr dirty="0" err="1">
                <a:latin typeface="Helvetica" pitchFamily="2" charset="0"/>
                <a:cs typeface="Apple Chancery" panose="03020702040506060504" pitchFamily="66" charset="-79"/>
              </a:rPr>
              <a:t>Рут</a:t>
            </a:r>
            <a:r>
              <a:rPr dirty="0">
                <a:latin typeface="Helvetica" pitchFamily="2" charset="0"/>
                <a:cs typeface="Apple Chancery" panose="03020702040506060504" pitchFamily="66" charset="-79"/>
              </a:rPr>
              <a:t>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Хакатон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: </a:t>
            </a:r>
            <a:r>
              <a:rPr dirty="0" err="1"/>
              <a:t>веб-чат-бот</a:t>
            </a:r>
            <a:endParaRPr dirty="0"/>
          </a:p>
          <a:p>
            <a:r>
              <a:rPr dirty="0" err="1"/>
              <a:t>Современное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консультаций</a:t>
            </a:r>
            <a:r>
              <a:rPr dirty="0"/>
              <a:t>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автоматизации</a:t>
            </a:r>
            <a:r>
              <a:rPr dirty="0"/>
              <a:t> </a:t>
            </a:r>
            <a:r>
              <a:rPr dirty="0" err="1"/>
              <a:t>заявок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Участники команды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Сарбей Илья</a:t>
            </a:r>
          </a:p>
          <a:p>
            <a:r>
              <a:t>Гергель Андрей</a:t>
            </a:r>
          </a:p>
          <a:p>
            <a:r>
              <a:t>Усков Сергей</a:t>
            </a:r>
          </a:p>
          <a:p>
            <a:r>
              <a:t>Литвин Максим</a:t>
            </a:r>
          </a:p>
          <a:p>
            <a:r>
              <a:t>Чуприна Стас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Упростить консультации</a:t>
            </a:r>
          </a:p>
          <a:p>
            <a:r>
              <a:t>- Автоматизировать заявки</a:t>
            </a:r>
          </a:p>
          <a:p>
            <a:r>
              <a:t>- Повысить доступность информации</a:t>
            </a:r>
          </a:p>
          <a:p>
            <a:r>
              <a:t>- Снизить нагрузку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Техническая составляющая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(FastAPI)</a:t>
            </a:r>
          </a:p>
          <a:p>
            <a:r>
              <a:t>- PostgreSQL</a:t>
            </a:r>
          </a:p>
          <a:p>
            <a:r>
              <a:t>- Docker Compose</a:t>
            </a:r>
          </a:p>
          <a:p>
            <a:r>
              <a:t>- Веб-чат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Дорожная карта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Анализ → Разработка → Тест → Деплой → Фидбек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Будущее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Интеграции</a:t>
            </a:r>
          </a:p>
          <a:p>
            <a:r>
              <a:t>- AI-ответы</a:t>
            </a:r>
          </a:p>
          <a:p>
            <a:r>
              <a:t>- Аналитика</a:t>
            </a:r>
          </a:p>
          <a:p>
            <a:r>
              <a:t>- Масштабирование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{76BFBE4B-3D5B-0846-A4A4-1F22D643292F}tf10001073</Template>
  <TotalTime>2</TotalTime>
  <Words>79</Words>
  <Application>Microsoft Macintosh PowerPoint</Application>
  <PresentationFormat>Экран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Helvetica</vt:lpstr>
      <vt:lpstr>Tw Cen MT</vt:lpstr>
      <vt:lpstr>Капля</vt:lpstr>
      <vt:lpstr>Команда «Админ и Рут»</vt:lpstr>
      <vt:lpstr>Участники команды</vt:lpstr>
      <vt:lpstr>Цели проекта</vt:lpstr>
      <vt:lpstr>Техническая составляющая</vt:lpstr>
      <vt:lpstr>Дорожная карта</vt:lpstr>
      <vt:lpstr>Будущее развитие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Команда «Админ и Рут»</dc:title>
  <dc:subject/>
  <dc:creator/>
  <cp:keywords/>
  <dc:description>generated using python-pptx</dc:description>
  <cp:lastModifiedBy>Microsoft Office User</cp:lastModifiedBy>
  <cp:revision>3</cp:revision>
  <dcterms:created xsi:type="dcterms:W3CDTF">2013-01-27T09:14:16Z</dcterms:created>
  <dcterms:modified xsi:type="dcterms:W3CDTF">2026-03-17T13:33:31Z</dcterms:modified>
  <cp:category/>
</cp:coreProperties>
</file>